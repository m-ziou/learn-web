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04" r:id="rId6"/>
    <p:sldId id="307" r:id="rId7"/>
    <p:sldId id="281" r:id="rId8"/>
    <p:sldId id="282" r:id="rId9"/>
    <p:sldId id="314" r:id="rId10"/>
    <p:sldId id="297" r:id="rId1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388" autoAdjust="0"/>
  </p:normalViewPr>
  <p:slideViewPr>
    <p:cSldViewPr snapToGrid="0" snapToObjects="1">
      <p:cViewPr varScale="1">
        <p:scale>
          <a:sx n="64" d="100"/>
          <a:sy n="64" d="100"/>
        </p:scale>
        <p:origin x="978" y="7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شريحة عنوان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8-024-74643-7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89" y="810227"/>
            <a:ext cx="6392421" cy="3831221"/>
          </a:xfrm>
        </p:spPr>
        <p:txBody>
          <a:bodyPr anchor="ctr"/>
          <a:lstStyle/>
          <a:p>
            <a:r>
              <a:rPr lang="en-US" b="1" dirty="0"/>
              <a:t>"Software Reuse: A Key to Software Productivity“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CACCDDC-7EBE-B2A3-8EA6-38FE188ED0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2708" y="3051975"/>
            <a:ext cx="658367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Software Reuse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Reusable Software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Benefits of Software Reuse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in Software Reuse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Practices for Implementing Software Reuse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 Studies 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مربع نص 10">
            <a:extLst>
              <a:ext uri="{FF2B5EF4-FFF2-40B4-BE49-F238E27FC236}">
                <a16:creationId xmlns:a16="http://schemas.microsoft.com/office/drawing/2014/main" id="{FFC20F6C-B0A2-D0B2-D0C7-212CEB2E3844}"/>
              </a:ext>
            </a:extLst>
          </p:cNvPr>
          <p:cNvSpPr txBox="1"/>
          <p:nvPr/>
        </p:nvSpPr>
        <p:spPr>
          <a:xfrm>
            <a:off x="179882" y="149902"/>
            <a:ext cx="754005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Introduction to Software Reuse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Software reuse involves using existing software artifacts to create new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is aimed at improving productivity, quality, and reducing the time and cost of software development.</a:t>
            </a:r>
          </a:p>
          <a:p>
            <a:endParaRPr lang="en-US" dirty="0"/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0F561CF0-DF61-2CA9-CF62-0F5EA601041D}"/>
              </a:ext>
            </a:extLst>
          </p:cNvPr>
          <p:cNvSpPr txBox="1"/>
          <p:nvPr/>
        </p:nvSpPr>
        <p:spPr>
          <a:xfrm>
            <a:off x="1154243" y="3297836"/>
            <a:ext cx="97136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Types of Reusable Software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Code Libraries</a:t>
            </a:r>
            <a:r>
              <a:rPr lang="en-US" sz="2400" dirty="0"/>
              <a:t>: Collections of reusable code components.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Frameworks</a:t>
            </a:r>
            <a:r>
              <a:rPr lang="en-US" sz="2400" dirty="0"/>
              <a:t>: Predefined structures that help in building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Design Patterns</a:t>
            </a:r>
            <a:r>
              <a:rPr lang="en-US" sz="2400" dirty="0"/>
              <a:t>: General reusable solutions to common problems in software design.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Component Repositories</a:t>
            </a:r>
            <a:r>
              <a:rPr lang="en-US" sz="2400" dirty="0"/>
              <a:t>: Collections of software components that can be assembled into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ربع نص 9">
            <a:extLst>
              <a:ext uri="{FF2B5EF4-FFF2-40B4-BE49-F238E27FC236}">
                <a16:creationId xmlns:a16="http://schemas.microsoft.com/office/drawing/2014/main" id="{00ECD263-4F40-E2AE-FAB3-42D683D8650F}"/>
              </a:ext>
            </a:extLst>
          </p:cNvPr>
          <p:cNvSpPr txBox="1"/>
          <p:nvPr/>
        </p:nvSpPr>
        <p:spPr>
          <a:xfrm>
            <a:off x="914400" y="749508"/>
            <a:ext cx="106879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Benefits of Software Reuse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Cost Reduction</a:t>
            </a:r>
            <a:r>
              <a:rPr lang="en-US" sz="2400" dirty="0"/>
              <a:t>: Reusing software decreases the need to create new components from scratch.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Increased Quality</a:t>
            </a:r>
            <a:r>
              <a:rPr lang="en-US" sz="2400" dirty="0"/>
              <a:t>: Established components are often more reliable and well-tested.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Faster Time to Market</a:t>
            </a:r>
            <a:r>
              <a:rPr lang="en-US" sz="2400" dirty="0"/>
              <a:t>: Reuse allows quicker development cycles.</a:t>
            </a:r>
          </a:p>
          <a:p>
            <a:endParaRPr lang="en-US" dirty="0"/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77DDBCE0-82A4-89CB-D7DC-59E7C24CC528}"/>
              </a:ext>
            </a:extLst>
          </p:cNvPr>
          <p:cNvSpPr txBox="1"/>
          <p:nvPr/>
        </p:nvSpPr>
        <p:spPr>
          <a:xfrm>
            <a:off x="914400" y="3657600"/>
            <a:ext cx="792979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Challenges in Software Reuse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Documentation</a:t>
            </a:r>
            <a:r>
              <a:rPr lang="en-US" sz="2400" dirty="0"/>
              <a:t>: Insufficient documentation can hinder the effective reuse of software.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Compatibility</a:t>
            </a:r>
            <a:r>
              <a:rPr lang="en-US" sz="2400" dirty="0"/>
              <a:t>: Integrating different reusable components can be challenging due to compatibility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Cultural Resistance</a:t>
            </a:r>
            <a:r>
              <a:rPr lang="en-US" sz="2400" dirty="0"/>
              <a:t>: Organizations may be resistant to adopting reuse practices.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>
            <a:extLst>
              <a:ext uri="{FF2B5EF4-FFF2-40B4-BE49-F238E27FC236}">
                <a16:creationId xmlns:a16="http://schemas.microsoft.com/office/drawing/2014/main" id="{CF3AC88F-C044-F420-67E8-4747F842FA24}"/>
              </a:ext>
            </a:extLst>
          </p:cNvPr>
          <p:cNvSpPr txBox="1"/>
          <p:nvPr/>
        </p:nvSpPr>
        <p:spPr>
          <a:xfrm>
            <a:off x="2788170" y="149902"/>
            <a:ext cx="90990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Best Practices for Implementing Software Reuse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Develop a culture that values reuse within the organization.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Invest in proper documentation and training.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Create and maintain a central repository for reusable components.</a:t>
            </a:r>
          </a:p>
          <a:p>
            <a:endParaRPr lang="en-US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1D923B8D-7538-04FE-E383-441E82A5D246}"/>
              </a:ext>
            </a:extLst>
          </p:cNvPr>
          <p:cNvSpPr txBox="1"/>
          <p:nvPr/>
        </p:nvSpPr>
        <p:spPr>
          <a:xfrm>
            <a:off x="2893104" y="3942413"/>
            <a:ext cx="89791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Case Studies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These articles discuss several case studies that demonstrate successful software reuse implementations, highlighting significant productivity gains and reduced development times.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ربع نص 6">
            <a:extLst>
              <a:ext uri="{FF2B5EF4-FFF2-40B4-BE49-F238E27FC236}">
                <a16:creationId xmlns:a16="http://schemas.microsoft.com/office/drawing/2014/main" id="{70F74DB1-29D4-A136-EFE4-91674BC2F54B}"/>
              </a:ext>
            </a:extLst>
          </p:cNvPr>
          <p:cNvSpPr txBox="1"/>
          <p:nvPr/>
        </p:nvSpPr>
        <p:spPr>
          <a:xfrm>
            <a:off x="3882452" y="134911"/>
            <a:ext cx="688048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Conclusion</a:t>
            </a:r>
            <a:r>
              <a:rPr lang="en-US" sz="2400" dirty="0"/>
              <a:t>:</a:t>
            </a:r>
          </a:p>
          <a:p>
            <a:pPr algn="ctr"/>
            <a:r>
              <a:rPr lang="en-US" sz="2400" dirty="0"/>
              <a:t>Software reuse is a critical strategy for improving software development processes. Organizations that implement effective reuse practices can achieve substantial benefits.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Mohamed </a:t>
            </a:r>
            <a:r>
              <a:rPr lang="en-US" dirty="0" err="1"/>
              <a:t>ziou</a:t>
            </a:r>
            <a:r>
              <a:rPr lang="en-US" dirty="0"/>
              <a:t> (2892)</a:t>
            </a:r>
          </a:p>
          <a:p>
            <a:pPr algn="ctr"/>
            <a:r>
              <a:rPr lang="en-US" dirty="0"/>
              <a:t>references:</a:t>
            </a:r>
          </a:p>
          <a:p>
            <a:pPr algn="ctr"/>
            <a:r>
              <a:rPr lang="en-US" dirty="0">
                <a:hlinkClick r:id="rId3"/>
              </a:rPr>
              <a:t>https://www.nature.com/articles/s41598-024-74643-7</a:t>
            </a:r>
            <a:endParaRPr lang="en-US" dirty="0"/>
          </a:p>
          <a:p>
            <a:pPr algn="ctr"/>
            <a:r>
              <a:rPr lang="en-US" dirty="0"/>
              <a:t>https://link.springer.com/article/10.1007/BF02265085</a:t>
            </a:r>
          </a:p>
          <a:p>
            <a:pPr algn="ctr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{D4E11306-D861-45EF-9AA7-AA4174FDA967}tf78438558_win32</Template>
  <TotalTime>3660</TotalTime>
  <Words>326</Words>
  <Application>Microsoft Office PowerPoint</Application>
  <PresentationFormat>شاشة عريضة</PresentationFormat>
  <Paragraphs>39</Paragraphs>
  <Slides>7</Slides>
  <Notes>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Sabon Next LT</vt:lpstr>
      <vt:lpstr>Custom</vt:lpstr>
      <vt:lpstr>"Software Reuse: A Key to Software Productivity“</vt:lpstr>
      <vt:lpstr>agenda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RAWAD STORE</dc:creator>
  <cp:lastModifiedBy>RAWAD STORE</cp:lastModifiedBy>
  <cp:revision>8</cp:revision>
  <dcterms:created xsi:type="dcterms:W3CDTF">2024-12-20T16:27:43Z</dcterms:created>
  <dcterms:modified xsi:type="dcterms:W3CDTF">2024-12-28T08:43:57Z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