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E65925B-5FF7-6DE4-4693-67E9410B1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932A47B9-C766-722B-11AB-768B5181A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F910552-6866-5C9D-6441-0D19C3DBC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9A24D85-AE08-C0BA-7A8F-D6DDA9A1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7022538-A021-CCCA-27A4-E05E9B06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7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CD935EC-3B78-9B47-9054-29F25C31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E22075-3F9E-9A8C-22C1-DEB3BDB37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2ECAC1E-7713-7C6E-74B9-3AEFAFEF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025516E-A4CD-972C-2177-9626CE29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BD82386-C5B5-5A19-872E-5D7899A5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2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BDA521B-FADC-D615-5641-D615B8FA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D066CC7-063C-F8CF-270B-A5BCA15B1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398D93E-E079-8EF4-D5FB-AC157381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CC193ED-D2C1-D351-3A1F-29E1F582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822F755-091D-3F78-A09B-187338E5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8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CE8F56F-E403-186D-8098-203B98FC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126E1D3-2EB0-A74E-2DD3-322F34495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3378B25-7B64-5C2C-CBBC-6074C10B0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744D282-A477-DBBE-45EB-24FCF428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FB5E00F-211F-0F6F-F26F-639C4224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BF701A3-ED0A-B9DF-9B2B-30FD056B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3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B8B9055-4858-586B-153F-0658C7EF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25FE7CB-9C23-941A-723A-0E8D48185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6E5ED37-9497-5ECB-14C0-83B163928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B91A8365-6CDB-4DE4-5ED0-7104BDE3E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08B8155F-31F5-94F7-7D99-71E5287A7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856AC4C6-F90A-FC19-8DE5-78EEFA81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470B2FCD-966E-7C1B-4DF2-6620F2C4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F1B1B2BB-870C-CB13-3DF8-67B55143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4EEA1BC-EEA5-FBB9-89A9-D562B19C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D77C9B5C-B6DC-1C18-BF28-88E6D47A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1682A8D9-5EE0-A34A-A31F-94B107CA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D0C083CA-386E-16A9-9861-8902704B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031A456D-ED1A-41D2-5271-3150A5D7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C014006-A141-76FC-E868-1E3AAD0B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6BE3D34-1EB9-D804-FA54-EF573A74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4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EF0AC53-B1AB-D7AE-E3F9-AA3F118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39F81760-D5F9-A979-0573-07D74B394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B611509B-D5F9-0955-6CD6-BCF3E8D4D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09CF701-1575-9E5D-A99C-2D680969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1C7C886-474F-7819-DFF1-E5ADBFCB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0CB11673-4289-F2CE-87AD-A8F0B2BB1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5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512CA6-C9E3-8B10-CABC-FAA7364D9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BAA3B103-0FEE-C452-4681-255F480F0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865ABEB-CCA8-BEAE-B847-D81796B0F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FBFCDC6-6CA5-08E8-6C70-596B5F2A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4F0A684B-E90F-E6BB-04BA-5C78B961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087B41C-20B1-C2AD-38A0-6403D28E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2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0C9BF5D-72A0-66D8-245D-B9A04B9DF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71E237B-7F62-6658-FF33-7D3C97E4A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7FB3B26-2D08-E1C8-0C9C-EDFC7ED54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87C5FD1-A9AA-D265-AEAF-23F452B27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0099648-617C-E192-F1B1-1CC99072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F3C50B03-4B5A-5CAE-DA43-7A177E735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6E64ADF-4502-0512-9EE4-93319242C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B74AC7D-CDF0-EA62-217D-97F670C4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FDEE8C6-2538-19D3-784A-2708078C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4AF2EE6-B652-974A-4BC7-12B4E8CA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8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1DCEB9BF-7148-2C32-A708-6091B3EC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631ED8F-5AD0-F008-C527-E01A10E80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8E02B6B-16CF-50FE-583C-88F0F8B78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B6F7-5AEF-417C-9438-721B0479F83C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9DF3A22-FB98-B0F3-14A3-14F5CE06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14D27F3-F80A-56F6-38B8-746C4303C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11F60-F514-452F-AE83-54B0A4710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6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17DA33F-2D70-1081-D51A-F16C375458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865A6D8E-E8A9-854B-CC26-F9A24C73B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603C3C1E-497C-0C78-231D-E7328A981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3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F0A90F0-6604-056C-6C94-F5789740B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2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3E66B5ED-464C-19DF-B790-7D90F4F22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3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814037B6-2DBD-D963-75E8-A2E031C7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64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AEAB0800-0A00-518C-2FDE-1DCF7B48E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7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A8660F4-D21F-2BFB-B59D-BE76DA23C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4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60785D9-7078-837B-ADA0-96961837C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8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CCF7DCD8-0E42-F65A-B952-B6AB707BF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5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4AAB8F5-6223-2612-A59C-F162E6B82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7147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شاشة عريضة</PresentationFormat>
  <Paragraphs>0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RAWAD STORE</dc:creator>
  <cp:lastModifiedBy>RAWAD STORE</cp:lastModifiedBy>
  <cp:revision>1</cp:revision>
  <dcterms:created xsi:type="dcterms:W3CDTF">2024-06-07T19:33:58Z</dcterms:created>
  <dcterms:modified xsi:type="dcterms:W3CDTF">2024-06-07T19:34:14Z</dcterms:modified>
</cp:coreProperties>
</file>